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Markitdown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Convert documents to Markdown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many formats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